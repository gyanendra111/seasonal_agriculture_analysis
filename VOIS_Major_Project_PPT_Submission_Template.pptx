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878" y="36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yanendra111/seasonal_agriculture_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gyanendra9117@gmail.com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223157" y="3583914"/>
            <a:ext cx="3400089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Student name :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107" y="3138188"/>
            <a:ext cx="2140718" cy="429336"/>
          </a:xfrm>
        </p:spPr>
        <p:txBody>
          <a:bodyPr>
            <a:normAutofit/>
          </a:bodyPr>
          <a:lstStyle/>
          <a:p>
            <a:r>
              <a:rPr lang="en-GB" sz="2000" b="1" dirty="0"/>
              <a:t>Project Title : </a:t>
            </a:r>
            <a:endParaRPr lang="en-IN" sz="20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1476887" y="4559900"/>
            <a:ext cx="317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2D63A-45E1-0FA7-DBB4-1AD5401C91E7}"/>
              </a:ext>
            </a:extLst>
          </p:cNvPr>
          <p:cNvSpPr txBox="1"/>
          <p:nvPr/>
        </p:nvSpPr>
        <p:spPr>
          <a:xfrm>
            <a:off x="3293134" y="3138940"/>
            <a:ext cx="62153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Seasonal agriculture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5AF03D-F7CE-C35A-1B9D-E123582EC21C}"/>
              </a:ext>
            </a:extLst>
          </p:cNvPr>
          <p:cNvSpPr txBox="1"/>
          <p:nvPr/>
        </p:nvSpPr>
        <p:spPr>
          <a:xfrm>
            <a:off x="3293134" y="365876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Gyanendra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9BD643-0EB8-2610-5B52-C03248ACA55C}"/>
              </a:ext>
            </a:extLst>
          </p:cNvPr>
          <p:cNvSpPr txBox="1"/>
          <p:nvPr/>
        </p:nvSpPr>
        <p:spPr>
          <a:xfrm>
            <a:off x="1390866" y="4076079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College name :</a:t>
            </a:r>
            <a:endParaRPr lang="en-IN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1CDA80-B14E-94BC-3CE6-84156DF24DAD}"/>
              </a:ext>
            </a:extLst>
          </p:cNvPr>
          <p:cNvSpPr txBox="1"/>
          <p:nvPr/>
        </p:nvSpPr>
        <p:spPr>
          <a:xfrm>
            <a:off x="3293134" y="4117614"/>
            <a:ext cx="3370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Beacon Institute of Technology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E6F946-0C29-9365-A232-70F59F57D2CC}"/>
              </a:ext>
            </a:extLst>
          </p:cNvPr>
          <p:cNvSpPr txBox="1"/>
          <p:nvPr/>
        </p:nvSpPr>
        <p:spPr>
          <a:xfrm>
            <a:off x="3293134" y="4579730"/>
            <a:ext cx="340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STU6a1b2153b7aad1780162899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IN" sz="2800" dirty="0"/>
              <a:t>Agricultural profitability varies sharply across crops, seasons, and irrigation methods, with nearly half of the farms in this dataset operating at a loss. This project </a:t>
            </a:r>
            <a:r>
              <a:rPr lang="en-IN" sz="2800" dirty="0" err="1"/>
              <a:t>analyzes</a:t>
            </a:r>
            <a:r>
              <a:rPr lang="en-IN" sz="2800" dirty="0"/>
              <a:t> seasonal and crop-level performance data to identify the key factors driving yield and profit variation, in order to support more informed crop and season selection decisions.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IN" sz="1400" dirty="0"/>
              <a:t>The dataset contains 4,000 records across 28 attributes — including rainfall, temperature, soil moisture, irrigation method, fertilizer and pesticide use, yield, revenue, cost, and profit — collected across 8 states, 8 crops, and 3 seasons (Kharif, Rabi, Zaid). The analysis begins with data cleaning (handling missing values in rainfall, soil moisture, and yield using group-wise medians, and verifying there were no duplicate records), followed by descriptive statistics and a careful outlier investigation that distinguishes genuine data errors from legitimate extreme values, such as Sugarcane's naturally high yield. The core of the project moves through univariate, bivariate, and multivariate analysis, a full correlation study, and season-by-season profitability comparisons, before closing with three original analyses — farm-size economics, disease/pest risk versus yield, and the best-performing state–crop–irrigation combinations.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55000" lnSpcReduction="20000"/>
          </a:bodyPr>
          <a:lstStyle/>
          <a:p>
            <a:pPr lvl="0"/>
            <a:r>
              <a:rPr lang="en-IN" sz="3600" b="1" dirty="0"/>
              <a:t>Farmers / farm owners</a:t>
            </a:r>
            <a:r>
              <a:rPr lang="en-IN" sz="3600" dirty="0"/>
              <a:t> — to compare expected profitability across crop, season, and irrigation choices before committing land and input costs for a season.</a:t>
            </a:r>
          </a:p>
          <a:p>
            <a:pPr lvl="0"/>
            <a:r>
              <a:rPr lang="en-IN" sz="3600" b="1" dirty="0"/>
              <a:t>Agricultural extension officers and state agriculture departments</a:t>
            </a:r>
            <a:r>
              <a:rPr lang="en-IN" sz="3600" dirty="0"/>
              <a:t> — to identify which crop-season combinations are underperforming in a region and target advisory support or subsidies accordingly.</a:t>
            </a:r>
          </a:p>
          <a:p>
            <a:pPr lvl="0"/>
            <a:r>
              <a:rPr lang="en-IN" sz="3600" b="1" dirty="0"/>
              <a:t>Agri-lending and crop insurance providers</a:t>
            </a:r>
            <a:r>
              <a:rPr lang="en-IN" sz="3600" dirty="0"/>
              <a:t> — to get a data-backed view of which crop-season-irrigation combinations carry higher loss risk, relevant to loan or premium decisions.</a:t>
            </a:r>
          </a:p>
          <a:p>
            <a:pPr lvl="0"/>
            <a:r>
              <a:rPr lang="en-IN" sz="3600" b="1" dirty="0"/>
              <a:t>Agri-tech/advisory platforms</a:t>
            </a:r>
            <a:r>
              <a:rPr lang="en-IN" sz="3600" dirty="0"/>
              <a:t> — as an underlying analysis layer for farmer-facing recommendation tools.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76138" y="1412240"/>
            <a:ext cx="8468902" cy="4429760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en-IN" b="1" dirty="0"/>
              <a:t>Python</a:t>
            </a:r>
            <a:r>
              <a:rPr lang="en-IN" dirty="0"/>
              <a:t> — core language for the entire analysis</a:t>
            </a:r>
          </a:p>
          <a:p>
            <a:pPr lvl="0"/>
            <a:r>
              <a:rPr lang="en-IN" b="1" dirty="0"/>
              <a:t>Pandas</a:t>
            </a:r>
            <a:r>
              <a:rPr lang="en-IN" dirty="0"/>
              <a:t> — data loading, cleaning (missing value imputation, duplicate checks), grouping, and pivot-table style aggregation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— underlying numerical operations and array handling</a:t>
            </a:r>
          </a:p>
          <a:p>
            <a:pPr lvl="0"/>
            <a:r>
              <a:rPr lang="en-IN" b="1" dirty="0"/>
              <a:t>Matplotlib &amp; Seaborn</a:t>
            </a:r>
            <a:r>
              <a:rPr lang="en-IN" dirty="0"/>
              <a:t> — visualizations: histograms, boxplots, scatter plots, and correlation heatmaps</a:t>
            </a:r>
          </a:p>
          <a:p>
            <a:pPr lvl="0"/>
            <a:r>
              <a:rPr lang="en-IN" b="1" dirty="0"/>
              <a:t>Jupyter Notebook</a:t>
            </a:r>
            <a:r>
              <a:rPr lang="en-IN" dirty="0"/>
              <a:t> — development environment, chosen so code, output, and explanation stay together in one document</a:t>
            </a:r>
          </a:p>
          <a:p>
            <a:pPr lvl="0"/>
            <a:r>
              <a:rPr lang="en-IN" b="1" dirty="0"/>
              <a:t>CSV</a:t>
            </a:r>
            <a:r>
              <a:rPr lang="en-IN" dirty="0"/>
              <a:t> — source data format (seasonal_agriculture_performance_dataset.csv, 4,000 records)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138" y="419870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C8D4FE-4503-E1CA-A9D2-9BBC7CCA3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431693"/>
            <a:ext cx="7116525" cy="4413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2C8FD2-B887-AA78-8BFC-81F7356F9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18" y="1431693"/>
            <a:ext cx="6481154" cy="400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B175AE-8896-0529-ECB2-117CEB58D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275371"/>
            <a:ext cx="7757177" cy="464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3517E3-36AF-FD46-277E-C32682102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31" y="1530061"/>
            <a:ext cx="8238965" cy="459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0D6126-A848-9388-97DC-2C9EFDAD6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363110"/>
            <a:ext cx="7290356" cy="492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7519" y="364992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2813B0-2CC3-ADFE-DEA3-437CD4644361}"/>
              </a:ext>
            </a:extLst>
          </p:cNvPr>
          <p:cNvSpPr txBox="1"/>
          <p:nvPr/>
        </p:nvSpPr>
        <p:spPr>
          <a:xfrm>
            <a:off x="1838960" y="1116609"/>
            <a:ext cx="9042400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500" b="1" dirty="0"/>
              <a:t>Multi-year, longitudinal data</a:t>
            </a:r>
            <a:r>
              <a:rPr lang="en-IN" sz="1500" dirty="0"/>
              <a:t> — this analysis is a single snapshot; tracking the same farms across multiple years would show whether a crop/season's performance is consistent or just one good/bad year.</a:t>
            </a:r>
          </a:p>
          <a:p>
            <a:pPr lvl="0"/>
            <a:endParaRPr lang="en-IN" sz="1500" dirty="0"/>
          </a:p>
          <a:p>
            <a:pPr lvl="0"/>
            <a:r>
              <a:rPr lang="en-IN" sz="1500" b="1" dirty="0"/>
              <a:t>Predictive </a:t>
            </a:r>
            <a:r>
              <a:rPr lang="en-IN" sz="1500" b="1" dirty="0" err="1"/>
              <a:t>modeling</a:t>
            </a:r>
            <a:r>
              <a:rPr lang="en-IN" sz="1500" dirty="0"/>
              <a:t> — moving from "what happened" (descriptive EDA) to "what will happen," using regression or tree-based models to predict yield or profit for a given crop-season-irrigation combination before it's planted.</a:t>
            </a:r>
          </a:p>
          <a:p>
            <a:pPr lvl="0"/>
            <a:endParaRPr lang="en-IN" sz="1500" dirty="0"/>
          </a:p>
          <a:p>
            <a:pPr lvl="0"/>
            <a:r>
              <a:rPr lang="en-IN" sz="1500" b="1" dirty="0"/>
              <a:t>Causal, controlled comparison for input use</a:t>
            </a:r>
            <a:r>
              <a:rPr lang="en-IN" sz="1500" dirty="0"/>
              <a:t> — this project found fertilizer/pesticide use barely correlates with yield, but correlation can't prove causation; a proper controlled study (same crop, same season, varying only input levels) would confirm whether that finding holds.</a:t>
            </a:r>
          </a:p>
          <a:p>
            <a:pPr lvl="0"/>
            <a:endParaRPr lang="en-IN" sz="1500" dirty="0"/>
          </a:p>
          <a:p>
            <a:pPr lvl="0"/>
            <a:r>
              <a:rPr lang="en-IN" sz="1500" b="1" dirty="0"/>
              <a:t>Better water-use measurement</a:t>
            </a:r>
            <a:r>
              <a:rPr lang="en-IN" sz="1500" dirty="0"/>
              <a:t> — specifically re-checking how "water used" is recorded for rainfed vs. pumped irrigation, since that metric was flagged as a likely measurement artifact rather than a true efficiency advantage.</a:t>
            </a:r>
          </a:p>
          <a:p>
            <a:pPr lvl="0"/>
            <a:endParaRPr lang="en-IN" sz="1500" dirty="0"/>
          </a:p>
          <a:p>
            <a:pPr lvl="0"/>
            <a:r>
              <a:rPr lang="en-IN" sz="1500" b="1" dirty="0"/>
              <a:t>Interactive dashboard deployment</a:t>
            </a:r>
            <a:r>
              <a:rPr lang="en-IN" sz="1500" dirty="0"/>
              <a:t> — turning the static notebook into a live dashboard (e.g. via Power BI or a simple web app) so farmers or officers can filter by their own state/crop instead of reading a fixed report.</a:t>
            </a:r>
          </a:p>
          <a:p>
            <a:pPr lvl="0"/>
            <a:endParaRPr lang="en-IN" sz="1500" dirty="0"/>
          </a:p>
          <a:p>
            <a:pPr lvl="0"/>
            <a:r>
              <a:rPr lang="en-IN" sz="1500" b="1" dirty="0"/>
              <a:t>Wider geographic and crop coverage</a:t>
            </a:r>
            <a:r>
              <a:rPr lang="en-IN" sz="1500" dirty="0"/>
              <a:t> — the current dataset covers 8 states and 8 crops; expanding this would make the recommendations generalizable beyond what's </a:t>
            </a:r>
            <a:r>
              <a:rPr lang="en-IN" dirty="0"/>
              <a:t>tested here.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2752439" y="1788160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>
                <a:hlinkClick r:id="rId3"/>
              </a:rPr>
              <a:t>Major project</a:t>
            </a:r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9214C2-B19A-554D-14CE-2022FD8FA09E}"/>
              </a:ext>
            </a:extLst>
          </p:cNvPr>
          <p:cNvSpPr txBox="1"/>
          <p:nvPr/>
        </p:nvSpPr>
        <p:spPr>
          <a:xfrm>
            <a:off x="1676400" y="1788160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Click to open :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A62034-81B2-24A5-F0B7-CE9B61251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996" y="1608410"/>
            <a:ext cx="6347708" cy="448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1341121"/>
            <a:ext cx="4177628" cy="453920"/>
          </a:xfrm>
        </p:spPr>
        <p:txBody>
          <a:bodyPr>
            <a:noAutofit/>
          </a:bodyPr>
          <a:lstStyle/>
          <a:p>
            <a:r>
              <a:rPr lang="en-IN" sz="3000" dirty="0"/>
              <a:t>Thank You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34142F-0A23-91A0-866B-8B1A753D3010}"/>
              </a:ext>
            </a:extLst>
          </p:cNvPr>
          <p:cNvSpPr txBox="1"/>
          <p:nvPr/>
        </p:nvSpPr>
        <p:spPr>
          <a:xfrm>
            <a:off x="3287878" y="2025273"/>
            <a:ext cx="430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Questions and feedback are welcome.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F6EE6-6FFF-86A7-EA86-FBE59778E29A}"/>
              </a:ext>
            </a:extLst>
          </p:cNvPr>
          <p:cNvSpPr txBox="1"/>
          <p:nvPr/>
        </p:nvSpPr>
        <p:spPr>
          <a:xfrm>
            <a:off x="3287878" y="2569150"/>
            <a:ext cx="340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Gyanendra — BCA, BIT Meerut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AE6970-ACB2-A1DB-EE24-9C4DA156BCB8}"/>
              </a:ext>
            </a:extLst>
          </p:cNvPr>
          <p:cNvSpPr txBox="1"/>
          <p:nvPr/>
        </p:nvSpPr>
        <p:spPr>
          <a:xfrm>
            <a:off x="878337" y="4078870"/>
            <a:ext cx="3072281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3"/>
              </a:rPr>
              <a:t>gyanendra9117@gmail.com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3E15D8-B09C-9CAA-9241-D01595D971D6}"/>
              </a:ext>
            </a:extLst>
          </p:cNvPr>
          <p:cNvSpPr txBox="1"/>
          <p:nvPr/>
        </p:nvSpPr>
        <p:spPr>
          <a:xfrm>
            <a:off x="3727865" y="4108352"/>
            <a:ext cx="3305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| linkedin.com/in/gyanendra-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EF110D-0BC4-6909-B7F0-DF84E7D5A72B}"/>
              </a:ext>
            </a:extLst>
          </p:cNvPr>
          <p:cNvSpPr txBox="1"/>
          <p:nvPr/>
        </p:nvSpPr>
        <p:spPr>
          <a:xfrm>
            <a:off x="6885402" y="4085367"/>
            <a:ext cx="3102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| github.com/gyanendra111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590</TotalTime>
  <Words>773</Words>
  <Application>Microsoft Office PowerPoint</Application>
  <PresentationFormat>Widescreen</PresentationFormat>
  <Paragraphs>58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: </vt:lpstr>
      <vt:lpstr>PROBLEM  STATEMENT</vt:lpstr>
      <vt:lpstr>Project Description The dataset contains 4,000 records across 28 attributes — including rainfall, temperature, soil moisture, irrigation method, fertilizer and pesticide use, yield, revenue, cost, and profit — collected across 8 states, 8 crops, and 3 seasons (Kharif, Rabi, Zaid). The analysis begins with data cleaning (handling missing values in rainfall, soil moisture, and yield using group-wise medians, and verifying there were no duplicate records), followed by descriptive statistics and a careful outlier investigation that distinguishes genuine data errors from legitimate extreme values, such as Sugarcane's naturally high yield. The core of the project moves through univariate, bivariate, and multivariate analysis, a full correlation study, and season-by-season profitability comparisons, before closing with three original analyses — farm-size economics, disease/pest risk versus yield, and the best-performing state–crop–irrigation combinations.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gyanendra _</cp:lastModifiedBy>
  <cp:revision>98</cp:revision>
  <dcterms:created xsi:type="dcterms:W3CDTF">2021-07-11T13:13:15Z</dcterms:created>
  <dcterms:modified xsi:type="dcterms:W3CDTF">2026-09-15T15:08:31Z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